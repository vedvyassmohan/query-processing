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59" d="100"/>
          <a:sy n="59" d="100"/>
        </p:scale>
        <p:origin x="6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879E1-3A1C-3C74-B770-1A1BCC2108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3BA20A-7251-6308-C765-0B06444166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5F816-EFDB-0B7D-5299-F2490B619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254E-265A-4A09-A11A-476DB7B257F2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C462D-F014-1069-8E60-E76E04E46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14C4D-15F7-F58E-A229-B0AFC7FFD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F6517-A9C5-46A2-958A-E5C8AA6C39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028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106FF-6DF2-E833-AC3A-399D4246E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CD9E5-16B7-894F-F791-473381D9C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51F0B-928B-B9B4-DC72-CA6FA4518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254E-265A-4A09-A11A-476DB7B257F2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96363-7272-5795-5CFB-1256E5671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12E65-31AC-DB72-E752-0A81F1889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F6517-A9C5-46A2-958A-E5C8AA6C39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57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40526-17F8-5AC7-C171-8C33361E2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D30585-DEF9-25C3-2F0D-8D8CB0BD7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03949-1345-E0B1-EB6A-F334BF15B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254E-265A-4A09-A11A-476DB7B257F2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31B81-207D-08C4-5743-46A7D9EF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94A37-1A88-3AAD-69AB-8BBEFDF3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F6517-A9C5-46A2-958A-E5C8AA6C39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001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3FB90-AB4B-2083-D4DC-48CC3A336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EEF23-F5C8-38F7-B7C9-2C60D939BD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863867-5307-07A0-3731-60BC09A1EB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02230A-55E1-AC98-4CDD-0F0F01B07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254E-265A-4A09-A11A-476DB7B257F2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F3D378-7BE1-02C8-67B7-A29B0586D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D71E7-7C1D-C567-08A8-C99BFE5F5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F6517-A9C5-46A2-958A-E5C8AA6C39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69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570A9-F84D-A594-35B8-56D834985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DDB80C-E3C8-7A44-C577-84A4B2931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09C000-16E1-94A9-2C68-9CA14764FD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FEE283-BCB1-63FD-5B80-EEC2F68EF9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CD4A93-A719-1F90-0129-391EB30888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35B403-183D-C5EB-1E74-747D90C38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254E-265A-4A09-A11A-476DB7B257F2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DF97C9-3E55-5DA1-7D3B-2BCAD4FAB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D0331E-E4E2-6713-38F6-591DB6ED0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F6517-A9C5-46A2-958A-E5C8AA6C39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450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46D57-6419-399D-C6F9-861DD70FE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B2AE3A-8E56-E56B-8E27-6EA02CFB9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254E-265A-4A09-A11A-476DB7B257F2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FC5915-C515-EC0C-BCB2-7AE991001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582FDA-A91F-A62C-AEA5-4A2A73643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F6517-A9C5-46A2-958A-E5C8AA6C39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758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25BD39-9C15-553C-A70C-D846493CC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254E-265A-4A09-A11A-476DB7B257F2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E57917-57F5-E0A1-1FCF-E1CF49AEF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B621A-C4EE-825C-D91F-5A5D5E3FA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F6517-A9C5-46A2-958A-E5C8AA6C39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996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656A1-28E2-70A7-945E-6813B3E5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808F8-3B6C-BDB9-F1D0-18C483398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D51973-8BDA-390C-2F9B-C555782256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1C2971-F84D-2D92-9C22-2A8D308E5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254E-265A-4A09-A11A-476DB7B257F2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0C900-E3A6-3501-BB7E-3DF078CC1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7EF8B-38CB-8EC8-80F0-04503799F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F6517-A9C5-46A2-958A-E5C8AA6C39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207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F6022-0458-1CDA-D215-C7B381350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751AD5-6822-205B-321C-8F2A09E906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AC695-43C9-7DD1-E1E5-CE9F162BD7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9AD9BA-0517-73F9-DF7E-BE848FFEC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254E-265A-4A09-A11A-476DB7B257F2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D52359-EF0A-CB18-48B6-18D46F36C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760CB-33B1-D550-6E10-E0C67276C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F6517-A9C5-46A2-958A-E5C8AA6C39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104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BA5F1-E915-4889-03DD-CF82FD17B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77AB49-2AE9-65B7-0DC9-3A5B574FD3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2D65B-2590-2408-C478-65155319A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254E-265A-4A09-A11A-476DB7B257F2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DA796-CEE2-3474-26B7-4519DA2D1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A8FBC-7E72-AA3E-EE72-AFC679094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F6517-A9C5-46A2-958A-E5C8AA6C39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75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9A5D35-9566-6A51-E993-6A3848F858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0E1D12-4C81-85D1-0068-CB06612289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10B4A-A987-EF34-6262-76910361F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254E-265A-4A09-A11A-476DB7B257F2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6EA24-FB00-0BD1-F195-A6096B553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C2E0F-C5E5-5D63-ADD2-604AE3B33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F6517-A9C5-46A2-958A-E5C8AA6C39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02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9DD494-691C-958E-5D53-C084D7245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063A8-0EF8-4E9F-E998-77F114440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DC308-B8B1-C632-57D5-4DBE9CD1D4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B254E-265A-4A09-A11A-476DB7B257F2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C2BD9-EE36-4B9B-469C-F8ABA7E83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3C5B0-CB59-42E0-49A7-7D1A4C9698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F6517-A9C5-46A2-958A-E5C8AA6C39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04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34909-BE1B-5760-E919-E77A6F5373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47597"/>
            <a:ext cx="9144000" cy="2387600"/>
          </a:xfrm>
        </p:spPr>
        <p:txBody>
          <a:bodyPr/>
          <a:lstStyle/>
          <a:p>
            <a:r>
              <a:rPr lang="en-US" b="1" dirty="0"/>
              <a:t>CO3 AT2 TECHNICAL PRESENTATION 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62B4BD-3399-6965-0950-3F4D715DA7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05203"/>
            <a:ext cx="9144000" cy="2485253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IN" dirty="0"/>
              <a:t>Name : Vedvyass M</a:t>
            </a:r>
          </a:p>
          <a:p>
            <a:r>
              <a:rPr lang="en-IN" dirty="0"/>
              <a:t>Reg.no : 192324267</a:t>
            </a:r>
          </a:p>
          <a:p>
            <a:r>
              <a:rPr lang="en-IN" dirty="0"/>
              <a:t>Subject : </a:t>
            </a:r>
            <a:r>
              <a:rPr lang="en-US" dirty="0"/>
              <a:t>QUERY PROCESSING FOR DATA SCIENCE</a:t>
            </a:r>
          </a:p>
          <a:p>
            <a:r>
              <a:rPr lang="en-US" dirty="0"/>
              <a:t>Course Code : DSA0504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5413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D18B37-0F91-9786-0787-9CFF10D96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723" y="1"/>
            <a:ext cx="89605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545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C09177-3626-3D71-A5AD-0077D5C3E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652" y="1"/>
            <a:ext cx="97906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783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552AF9-51DC-0D77-8D38-1CEB33AF31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0099"/>
          <a:stretch/>
        </p:blipFill>
        <p:spPr>
          <a:xfrm>
            <a:off x="770708" y="0"/>
            <a:ext cx="5146766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11F1E7-D1F8-6E8D-551A-210FCF953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542" y="0"/>
            <a:ext cx="50920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355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9DE798-63BF-4146-E275-961E296C1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228" y="0"/>
            <a:ext cx="4441544" cy="6858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392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BEAFDA-F905-6E5B-A9D8-88550C60D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20" y="-2612"/>
            <a:ext cx="9509760" cy="686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188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DA524D-6979-80D3-11B5-BC9827632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76" y="0"/>
            <a:ext cx="113112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843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0986D8-7274-248E-897F-7C61FDDD7B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988" y="0"/>
            <a:ext cx="9136350" cy="6852263"/>
          </a:xfrm>
        </p:spPr>
      </p:pic>
    </p:spTree>
    <p:extLst>
      <p:ext uri="{BB962C8B-B14F-4D97-AF65-F5344CB8AC3E}">
        <p14:creationId xmlns:p14="http://schemas.microsoft.com/office/powerpoint/2010/main" val="610767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Office PowerPoint</Application>
  <PresentationFormat>Widescreen</PresentationFormat>
  <Paragraphs>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CO3 AT2 TECHNICAL PRESENTATION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CO3 AT2 TECHNICAL PRESENTATION </dc:title>
  <dc:creator>Vedvyass Mohan</dc:creator>
  <cp:lastModifiedBy>Vedvyass Mohan</cp:lastModifiedBy>
  <cp:revision>2</cp:revision>
  <dcterms:created xsi:type="dcterms:W3CDTF">2026-08-07T09:03:01Z</dcterms:created>
  <dcterms:modified xsi:type="dcterms:W3CDTF">2026-08-07T09:23:17Z</dcterms:modified>
</cp:coreProperties>
</file>